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4C8FF"/>
                </a:solidFill>
              </a:defRPr>
            </a:pPr>
            <a:r>
              <a:t>ETHEREAL FASHION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Zero-Gravity 3D Rendering System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Cyberpunk Meets Haute Couture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Team Members: Person 1 | Person 2 | Person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4C8FF"/>
                </a:solidFill>
              </a:defRPr>
            </a:pPr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 Statement</a:t>
            </a:r>
          </a:p>
          <a:p>
            <a:pPr lvl="1"/>
            <a:r>
              <a:t>Revolutionizing digital fashion visualization through hyper-realistic 3D rendering technology</a:t>
            </a:r>
          </a:p>
          <a:p>
            <a:r>
              <a:t>Project Overview</a:t>
            </a:r>
          </a:p>
          <a:p>
            <a:pPr lvl="1"/>
            <a:r>
              <a:t>Create an ultra-realistic 3D rendering system that merges cyberpunk aesthetics with haute couture fashion</a:t>
            </a:r>
          </a:p>
          <a:p>
            <a:pPr lvl="1"/>
            <a:r>
              <a:t>Features ethereal zero-gravity environments, morphing iridescent fabrics, and holographic accessories</a:t>
            </a:r>
          </a:p>
          <a:p>
            <a:pPr lvl="1"/>
            <a:r>
              <a:t>Targets fashion designers, digital artists, NFT creators, and luxury brands</a:t>
            </a:r>
          </a:p>
          <a:p>
            <a:r>
              <a:t>Key Differentiator</a:t>
            </a:r>
          </a:p>
          <a:p>
            <a:pPr lvl="1"/>
            <a:r>
              <a:t>First-of-its-kind platform combining real-time physics simulation with cinematic-quality rendering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649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Challenges in Fashion Visualization</a:t>
            </a:r>
          </a:p>
          <a:p>
            <a:pPr lvl="1"/>
            <a:r>
              <a:t>Traditional fashion photography is expensive (£5,000-£50,000 per shoot)</a:t>
            </a:r>
          </a:p>
          <a:p>
            <a:pPr lvl="1"/>
            <a:r>
              <a:t>Physical prototyping wastes materials and time (4-6 weeks per sample)</a:t>
            </a:r>
          </a:p>
          <a:p>
            <a:pPr lvl="1"/>
            <a:r>
              <a:t>Limited creative freedom with real-world physics constraints</a:t>
            </a:r>
          </a:p>
          <a:p>
            <a:pPr lvl="1"/>
            <a:r>
              <a:t>Digital fashion for metaverse/NFTs lacks photorealistic quality</a:t>
            </a:r>
          </a:p>
          <a:p>
            <a:pPr lvl="1"/>
            <a:r>
              <a:t>Growing demand for sustainable, virtual-first fashion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6496"/>
                </a:solidFill>
              </a:defRPr>
            </a:pPr>
            <a:r>
              <a:t>Why This Problem is Relevant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Drivers</a:t>
            </a:r>
          </a:p>
          <a:p>
            <a:pPr lvl="1"/>
            <a:r>
              <a:t>Digital fashion market projected to reach $50B by 2030</a:t>
            </a:r>
          </a:p>
          <a:p>
            <a:pPr lvl="1"/>
            <a:r>
              <a:t>83% of fashion brands investing in digital transformation</a:t>
            </a:r>
          </a:p>
          <a:p>
            <a:pPr lvl="1"/>
            <a:r>
              <a:t>Sustainability: Fashion industry accounts for 10% of global carbon emissions</a:t>
            </a:r>
          </a:p>
          <a:p>
            <a:pPr lvl="1"/>
            <a:r>
              <a:t>Metaverse adoption: 400M+ users in virtual worlds</a:t>
            </a:r>
          </a:p>
          <a:p>
            <a:pPr lvl="1"/>
            <a:r>
              <a:t>NFT fashion sales exceeded $137M in 2023</a:t>
            </a:r>
          </a:p>
          <a:p>
            <a:pPr lvl="1"/>
            <a:r>
              <a:t>Remote work increasing demand for virtual fashion showcases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6496"/>
                </a:solidFill>
              </a:defRPr>
            </a:pPr>
            <a:r>
              <a:t>Background &amp;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Foundation</a:t>
            </a:r>
          </a:p>
          <a:p>
            <a:pPr lvl="1"/>
            <a:r>
              <a:t>Physics-based rendering (PBR) enables photorealistic materials</a:t>
            </a:r>
          </a:p>
          <a:p>
            <a:pPr lvl="1"/>
            <a:r>
              <a:t>Real-time ray tracing revolutionized gaming graphics (2018+)</a:t>
            </a:r>
          </a:p>
          <a:p>
            <a:pPr lvl="1"/>
            <a:r>
              <a:t>Cloth simulation algorithms mature (Marvelous Designer, Blender)</a:t>
            </a:r>
          </a:p>
          <a:p>
            <a:pPr lvl="1"/>
            <a:r>
              <a:t>GPU compute power enables 8K rendering in reasonable timeframes</a:t>
            </a:r>
          </a:p>
          <a:p>
            <a:r>
              <a:t>Fashion Industry Trends</a:t>
            </a:r>
          </a:p>
          <a:p>
            <a:pPr lvl="1"/>
            <a:r>
              <a:t>Major brands (Gucci, Balenciaga, Dolce &amp; Gabbana) entering digital fashion</a:t>
            </a:r>
          </a:p>
          <a:p>
            <a:pPr lvl="1"/>
            <a:r>
              <a:t>Virtual fashion shows becoming mainstream (post-2020)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6496"/>
                </a:solidFill>
              </a:defRPr>
            </a:pPr>
            <a:r>
              <a:t>Competitor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Competitors</a:t>
            </a:r>
          </a:p>
          <a:p>
            <a:pPr lvl="1"/>
            <a:r>
              <a:t>CLO3D / Marvelous Designer</a:t>
            </a:r>
          </a:p>
          <a:p>
            <a:pPr lvl="2">
              <a:defRPr sz="1400"/>
            </a:pPr>
            <a:r>
              <a:t>Pro: Industry standard for fashion design | Con: Limited rendering quality</a:t>
            </a:r>
          </a:p>
          <a:p>
            <a:pPr lvl="1"/>
            <a:r>
              <a:t>The Fabricant</a:t>
            </a:r>
          </a:p>
          <a:p>
            <a:pPr lvl="2">
              <a:defRPr sz="1400"/>
            </a:pPr>
            <a:r>
              <a:t>Pro: Digital fashion house | Con: Not a software platform</a:t>
            </a:r>
          </a:p>
          <a:p>
            <a:pPr lvl="1"/>
            <a:r>
              <a:t>DressX</a:t>
            </a:r>
          </a:p>
          <a:p>
            <a:pPr lvl="2">
              <a:defRPr sz="1400"/>
            </a:pPr>
            <a:r>
              <a:t>Pro: Digital fashion marketplace | Con: Basic AR try-ons only</a:t>
            </a:r>
          </a:p>
          <a:p>
            <a:pPr lvl="1"/>
            <a:r>
              <a:t>Browzwear</a:t>
            </a:r>
          </a:p>
          <a:p>
            <a:pPr lvl="2">
              <a:defRPr sz="1400"/>
            </a:pPr>
            <a:r>
              <a:t>Pro: 3D fashion design software | Con: Enterprise-only, expensive</a:t>
            </a:r>
          </a:p>
          <a:p>
            <a:pPr lvl="1"/>
            <a:r>
              <a:t>Adobe Substance 3D</a:t>
            </a:r>
          </a:p>
          <a:p>
            <a:pPr lvl="2">
              <a:defRPr sz="1400"/>
            </a:pPr>
            <a:r>
              <a:t>Pro: General 3D texturing | Con: Not fashion-specific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6496"/>
                </a:solidFill>
              </a:defRPr>
            </a:pPr>
            <a:r>
              <a:t>Our 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Makes Us Different</a:t>
            </a:r>
          </a:p>
          <a:p>
            <a:pPr lvl="1"/>
            <a:r>
              <a:t>Only platform combining real-time editing with cinematic-quality output</a:t>
            </a:r>
          </a:p>
          <a:p>
            <a:pPr lvl="1"/>
            <a:r>
              <a:t>Specialized in avant-garde, impossible physics (zero-gravity, morphing fabrics)</a:t>
            </a:r>
          </a:p>
          <a:p>
            <a:pPr lvl="1"/>
            <a:r>
              <a:t>AI-powered procedural generation for unique patterns and effects</a:t>
            </a:r>
          </a:p>
          <a:p>
            <a:pPr lvl="1"/>
            <a:r>
              <a:t>8K resolution output as standard (competitors max at 4K)</a:t>
            </a:r>
          </a:p>
          <a:p>
            <a:pPr lvl="1"/>
            <a:r>
              <a:t>Built-in animation system for dynamic fashion presentations</a:t>
            </a:r>
          </a:p>
          <a:p>
            <a:pPr lvl="1"/>
            <a:r>
              <a:t>Open ecosystem with plugin support and API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4FF96"/>
                </a:solidFill>
              </a:defRPr>
            </a:pPr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Ethereal Fashion Rendering Platform</a:t>
            </a:r>
          </a:p>
          <a:p>
            <a:pPr lvl="1"/>
            <a:r>
              <a:t>Cloud-based 3D rendering platform for hyper-realistic fashion visualization</a:t>
            </a:r>
          </a:p>
          <a:p>
            <a:pPr lvl="1"/>
            <a:r>
              <a:t>Combines real-time preview with offline cinematic rendering</a:t>
            </a:r>
          </a:p>
          <a:p>
            <a:pPr lvl="1"/>
            <a:r>
              <a:t>Browser-based editor + GPU render farm for processing</a:t>
            </a:r>
          </a:p>
          <a:p>
            <a:pPr lvl="1"/>
            <a:r>
              <a:t>Pre-built templates for common fashion scenarios</a:t>
            </a:r>
          </a:p>
          <a:p>
            <a:pPr lvl="1"/>
            <a:r>
              <a:t>Target delivery: 4K preview in seconds, 8K final in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4FF9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Zero-Gravity Physics Engine</a:t>
            </a:r>
          </a:p>
          <a:p>
            <a:pPr lvl="1">
              <a:defRPr sz="1400"/>
            </a:pPr>
            <a:r>
              <a:t>Realistic floating cloth and hair simulation</a:t>
            </a:r>
          </a:p>
          <a:p>
            <a:pPr>
              <a:defRPr b="1"/>
            </a:pPr>
            <a:r>
              <a:t>Iridescent Fabric Shader</a:t>
            </a:r>
          </a:p>
          <a:p>
            <a:pPr lvl="1">
              <a:defRPr sz="1400"/>
            </a:pPr>
            <a:r>
              <a:t>Color-shifting materials with real-time preview</a:t>
            </a:r>
          </a:p>
          <a:p>
            <a:pPr>
              <a:defRPr b="1"/>
            </a:pPr>
            <a:r>
              <a:t>Galaxy Morphing System</a:t>
            </a:r>
          </a:p>
          <a:p>
            <a:pPr lvl="1">
              <a:defRPr sz="1400"/>
            </a:pPr>
            <a:r>
              <a:t>Fabrics transform into animated nebulae and constellations</a:t>
            </a:r>
          </a:p>
          <a:p>
            <a:pPr>
              <a:defRPr b="1"/>
            </a:pPr>
            <a:r>
              <a:t>Holographic Accessories</a:t>
            </a:r>
          </a:p>
          <a:p>
            <a:pPr lvl="1">
              <a:defRPr sz="1400"/>
            </a:pPr>
            <a:r>
              <a:t>Levitating jewelry with particle trails</a:t>
            </a:r>
          </a:p>
          <a:p>
            <a:pPr>
              <a:defRPr b="1"/>
            </a:pPr>
            <a:r>
              <a:t>Aurora Lighting System</a:t>
            </a:r>
          </a:p>
          <a:p>
            <a:pPr lvl="1">
              <a:defRPr sz="1400"/>
            </a:pPr>
            <a:r>
              <a:t>Volumetric atmospheric effects with color animation</a:t>
            </a:r>
          </a:p>
          <a:p>
            <a:pPr>
              <a:defRPr b="1"/>
            </a:pPr>
            <a:r>
              <a:t>8K Ray-Traced Rendering</a:t>
            </a:r>
          </a:p>
          <a:p>
            <a:pPr lvl="1">
              <a:defRPr sz="1400"/>
            </a:pPr>
            <a:r>
              <a:t>Photorealistic output with 4096+ samples</a:t>
            </a:r>
          </a:p>
          <a:p>
            <a:pPr>
              <a:defRPr b="1"/>
            </a:pPr>
            <a:r>
              <a:t>AI Pattern Generator</a:t>
            </a:r>
          </a:p>
          <a:p>
            <a:pPr lvl="1">
              <a:defRPr sz="1400"/>
            </a:pPr>
            <a:r>
              <a:t>Procedural texture generation for unique designs</a:t>
            </a:r>
          </a:p>
          <a:p>
            <a:pPr>
              <a:defRPr b="1"/>
            </a:pPr>
            <a:r>
              <a:t>Animation Timeline</a:t>
            </a:r>
          </a:p>
          <a:p>
            <a:pPr lvl="1">
              <a:defRPr sz="1400"/>
            </a:pPr>
            <a:r>
              <a:t>Create dynamic fashion presentations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4FF9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Three-Tier Cloud Architecture</a:t>
            </a:r>
          </a:p>
          <a:p>
            <a:pPr>
              <a:defRPr b="1"/>
            </a:pPr>
            <a:r>
              <a:t>Frontend Layer (Client)</a:t>
            </a:r>
          </a:p>
          <a:p>
            <a:pPr lvl="1"/>
            <a:r>
              <a:t>Web-based editor (React + Three.js for real-time preview)</a:t>
            </a:r>
          </a:p>
          <a:p>
            <a:pPr lvl="1"/>
            <a:r>
              <a:t>Asset management interface and timeline animator</a:t>
            </a:r>
          </a:p>
          <a:p>
            <a:pPr>
              <a:defRPr b="1"/>
            </a:pPr>
            <a:r>
              <a:t>Backend Layer (API)</a:t>
            </a:r>
          </a:p>
          <a:p>
            <a:pPr lvl="1"/>
            <a:r>
              <a:t>REST API (Node.js/Python FastAPI) for job management</a:t>
            </a:r>
          </a:p>
          <a:p>
            <a:pPr lvl="1"/>
            <a:r>
              <a:t>Asset storage (AWS S3/Azure Blob) and authentication system</a:t>
            </a:r>
          </a:p>
          <a:p>
            <a:pPr>
              <a:defRPr b="1"/>
            </a:pPr>
            <a:r>
              <a:t>Rendering Layer (GPU Cluster)</a:t>
            </a:r>
          </a:p>
          <a:p>
            <a:pPr lvl="1"/>
            <a:r>
              <a:t>Blender/Cycles X render farm with GPU nodes (RTX 4090/A100)</a:t>
            </a:r>
          </a:p>
          <a:p>
            <a:pPr lvl="1"/>
            <a:r>
              <a:t>Queue management (Redis/RabbitMQ) and auto-scaling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4FF96"/>
                </a:solidFill>
              </a:defRPr>
            </a:pPr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Client-Side (Minimum)</a:t>
            </a:r>
          </a:p>
          <a:p>
            <a:pPr lvl="1"/>
            <a:r>
              <a:t>CPU: Quad-core 2.5GHz+ (Intel i5/AMD Ryzen 5)</a:t>
            </a:r>
          </a:p>
          <a:p>
            <a:pPr lvl="1"/>
            <a:r>
              <a:t>GPU: GTX 1660 or better (for real-time preview)</a:t>
            </a:r>
          </a:p>
          <a:p>
            <a:pPr lvl="1"/>
            <a:r>
              <a:t>RAM: 16GB DDR4</a:t>
            </a:r>
          </a:p>
          <a:p>
            <a:pPr lvl="1"/>
            <a:r>
              <a:t>Storage: 512GB SSD, 50Mbps internet</a:t>
            </a:r>
          </a:p>
          <a:p>
            <a:r>
              <a:t>Server-Side (Render Farm)</a:t>
            </a:r>
          </a:p>
          <a:p>
            <a:pPr lvl="1"/>
            <a:r>
              <a:t>GPU Nodes: 10x servers with NVIDIA RTX 4090 (24GB VRAM)</a:t>
            </a:r>
          </a:p>
          <a:p>
            <a:pPr lvl="1"/>
            <a:r>
              <a:t>CPU: AMD Threadripper/EPYC for scene preparation</a:t>
            </a:r>
          </a:p>
          <a:p>
            <a:pPr lvl="1"/>
            <a:r>
              <a:t>Storage: 50TB NVMe SSD for asset library and cache</a:t>
            </a:r>
          </a:p>
          <a:p>
            <a:pPr lvl="1"/>
            <a:r>
              <a:t>Network: 10Gbps internal, 1Gbps external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4FF96"/>
                </a:solidFill>
              </a:defRPr>
            </a:pPr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Technologies</a:t>
            </a:r>
          </a:p>
          <a:p>
            <a:pPr lvl="1"/>
            <a:r>
              <a:t>3D Engine: Blender 4.0+ with Cycles X (open-source, Python API)</a:t>
            </a:r>
          </a:p>
          <a:p>
            <a:pPr lvl="1"/>
            <a:r>
              <a:t>Frontend: React 18, Three.js, WebGL 2.0, TypeScript</a:t>
            </a:r>
          </a:p>
          <a:p>
            <a:pPr lvl="1"/>
            <a:r>
              <a:t>Backend: Python FastAPI + Node.js, PostgreSQL database</a:t>
            </a:r>
          </a:p>
          <a:p>
            <a:pPr lvl="1"/>
            <a:r>
              <a:t>Render Queue: Redis/RabbitMQ for job distribution</a:t>
            </a:r>
          </a:p>
          <a:p>
            <a:pPr lvl="1"/>
            <a:r>
              <a:t>Cloud: AWS/Azure (EC2, S3, Lambda functions)</a:t>
            </a:r>
          </a:p>
          <a:p>
            <a:pPr lvl="1"/>
            <a:r>
              <a:t>Texturing: Substance Designer SDK for procedural materials</a:t>
            </a:r>
          </a:p>
          <a:p>
            <a:pPr lvl="1"/>
            <a:r>
              <a:t>Physics: Bullet Physics + custom cloth simulation</a:t>
            </a:r>
          </a:p>
          <a:p>
            <a:pPr lvl="1"/>
            <a:r>
              <a:t>AI: Stable Diffusion for pattern generation (optional)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4FF96"/>
                </a:solidFill>
              </a:defRPr>
            </a:pPr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Scope (Phase 1)</a:t>
            </a:r>
          </a:p>
          <a:p>
            <a:pPr lvl="1"/>
            <a:r>
              <a:t>Core rendering engine with zero-gravity physics</a:t>
            </a:r>
          </a:p>
          <a:p>
            <a:pPr lvl="1"/>
            <a:r>
              <a:t>3 pre-made model templates (male/female/androgynous)</a:t>
            </a:r>
          </a:p>
          <a:p>
            <a:pPr lvl="1"/>
            <a:r>
              <a:t>10 fabric shader presets (iridescent, holographic, etc.)</a:t>
            </a:r>
          </a:p>
          <a:p>
            <a:pPr lvl="1"/>
            <a:r>
              <a:t>Basic lighting and particle systems</a:t>
            </a:r>
          </a:p>
          <a:p>
            <a:pPr lvl="1"/>
            <a:r>
              <a:t>Web-based editor with real-time preview (1080p)</a:t>
            </a:r>
          </a:p>
          <a:p>
            <a:pPr lvl="1"/>
            <a:r>
              <a:t>8K still image rendering (no animation yet)</a:t>
            </a:r>
          </a:p>
          <a:p>
            <a:r>
              <a:t>Out of Scope (Future Phases)</a:t>
            </a:r>
          </a:p>
          <a:p>
            <a:pPr lvl="1"/>
            <a:r>
              <a:t>Custom model import/rigging tools</a:t>
            </a:r>
          </a:p>
          <a:p>
            <a:pPr lvl="1"/>
            <a:r>
              <a:t>Full animation rendering (video output)</a:t>
            </a:r>
          </a:p>
          <a:p>
            <a:pPr lvl="1"/>
            <a:r>
              <a:t>Mobile app versions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C864"/>
                </a:solidFill>
              </a:defRPr>
            </a:pPr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12-Week Development Schedule</a:t>
            </a:r>
          </a:p>
          <a:p>
            <a:pPr>
              <a:defRPr b="1"/>
            </a:pPr>
            <a:r>
              <a:t>Week 1-2: Research &amp; Planning</a:t>
            </a:r>
          </a:p>
          <a:p>
            <a:pPr lvl="1">
              <a:defRPr sz="1400"/>
            </a:pPr>
            <a:r>
              <a:t>Requirements gathering, technology evaluation, architecture design</a:t>
            </a:r>
          </a:p>
          <a:p>
            <a:pPr>
              <a:defRPr b="1"/>
            </a:pPr>
            <a:r>
              <a:t>Week 3-4: Core Engine Development</a:t>
            </a:r>
          </a:p>
          <a:p>
            <a:pPr lvl="1">
              <a:defRPr sz="1400"/>
            </a:pPr>
            <a:r>
              <a:t>Blender integration, basic physics simulation, shader development</a:t>
            </a:r>
          </a:p>
          <a:p>
            <a:pPr>
              <a:defRPr b="1"/>
            </a:pPr>
            <a:r>
              <a:t>Week 5-6: Frontend Development</a:t>
            </a:r>
          </a:p>
          <a:p>
            <a:pPr lvl="1">
              <a:defRPr sz="1400"/>
            </a:pPr>
            <a:r>
              <a:t>Web editor UI, Three.js preview, asset management system</a:t>
            </a:r>
          </a:p>
          <a:p>
            <a:pPr>
              <a:defRPr b="1"/>
            </a:pPr>
            <a:r>
              <a:t>Week 7-8: Backend &amp; Infrastructure</a:t>
            </a:r>
          </a:p>
          <a:p>
            <a:pPr lvl="1">
              <a:defRPr sz="1400"/>
            </a:pPr>
            <a:r>
              <a:t>API development, render farm setup, cloud deployment</a:t>
            </a:r>
          </a:p>
          <a:p>
            <a:pPr>
              <a:defRPr b="1"/>
            </a:pPr>
            <a:r>
              <a:t>Week 9-10: Integration &amp; Testing</a:t>
            </a:r>
          </a:p>
          <a:p>
            <a:pPr lvl="1">
              <a:defRPr sz="1400"/>
            </a:pPr>
            <a:r>
              <a:t>End-to-end testing, performance optimization, bug fixing</a:t>
            </a:r>
          </a:p>
          <a:p>
            <a:pPr>
              <a:defRPr b="1"/>
            </a:pPr>
            <a:r>
              <a:t>Week 11: Beta Testing &amp; Refinement</a:t>
            </a:r>
          </a:p>
          <a:p>
            <a:pPr lvl="1">
              <a:defRPr sz="1400"/>
            </a:pPr>
            <a:r>
              <a:t>User testing with fashion designers, feedback implementation</a:t>
            </a:r>
          </a:p>
          <a:p>
            <a:pPr>
              <a:defRPr b="1"/>
            </a:pPr>
            <a:r>
              <a:t>Week 12: Documentation &amp; Launch</a:t>
            </a:r>
          </a:p>
          <a:p>
            <a:pPr lvl="1">
              <a:defRPr sz="1400"/>
            </a:pPr>
            <a:r>
              <a:t>User guides, marketing materials, soft launch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C864"/>
                </a:solidFill>
              </a:defRPr>
            </a:pPr>
            <a:r>
              <a:t>Project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Deliverables</a:t>
            </a:r>
          </a:p>
          <a:p>
            <a:pPr lvl="1"/>
            <a:r>
              <a:t>Fully functional web-based rendering platform (MVP)</a:t>
            </a:r>
          </a:p>
          <a:p>
            <a:pPr lvl="1"/>
            <a:r>
              <a:t>Blender-based render farm with API integration</a:t>
            </a:r>
          </a:p>
          <a:p>
            <a:pPr lvl="1"/>
            <a:r>
              <a:t>Library of 10+ shader presets and 3 model templates</a:t>
            </a:r>
          </a:p>
          <a:p>
            <a:pPr lvl="1"/>
            <a:r>
              <a:t>Cloud infrastructure (AWS/Azure) with auto-scaling</a:t>
            </a:r>
          </a:p>
          <a:p>
            <a:r>
              <a:t>Documentation &amp; Marketing</a:t>
            </a:r>
          </a:p>
          <a:p>
            <a:pPr lvl="1"/>
            <a:r>
              <a:t>Technical documentation (API reference, architecture guide)</a:t>
            </a:r>
          </a:p>
          <a:p>
            <a:pPr lvl="1"/>
            <a:r>
              <a:t>User manual with video tutorials</a:t>
            </a:r>
          </a:p>
          <a:p>
            <a:pPr lvl="1"/>
            <a:r>
              <a:t>Marketing website and demo reel</a:t>
            </a:r>
          </a:p>
          <a:p>
            <a:r>
              <a:t>Sample Renders</a:t>
            </a:r>
          </a:p>
          <a:p>
            <a:pPr lvl="1"/>
            <a:r>
              <a:t>10 showcase renders demonstrating system capabilities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C864"/>
                </a:solidFill>
              </a:defRPr>
            </a:pPr>
            <a:r>
              <a:t>Team 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 1: Project Lead &amp; Research Specialist</a:t>
            </a:r>
          </a:p>
          <a:p>
            <a:pPr lvl="1"/>
            <a:r>
              <a:t>Market research, competitor analysis, problem definition</a:t>
            </a:r>
          </a:p>
          <a:p>
            <a:pPr lvl="1"/>
            <a:r>
              <a:t>Overall project coordination and stakeholder communication</a:t>
            </a:r>
          </a:p>
          <a:p>
            <a:r>
              <a:t>Person 2: Technical Architect &amp; Backend Developer</a:t>
            </a:r>
          </a:p>
          <a:p>
            <a:pPr lvl="1"/>
            <a:r>
              <a:t>System architecture design, backend API development</a:t>
            </a:r>
          </a:p>
          <a:p>
            <a:pPr lvl="1"/>
            <a:r>
              <a:t>Render farm setup, cloud infrastructure management</a:t>
            </a:r>
          </a:p>
          <a:p>
            <a:r>
              <a:t>Person 3: Frontend Developer &amp; UI/UX Designer</a:t>
            </a:r>
          </a:p>
          <a:p>
            <a:pPr lvl="1"/>
            <a:r>
              <a:t>Web editor interface design and development</a:t>
            </a:r>
          </a:p>
          <a:p>
            <a:pPr lvl="1"/>
            <a:r>
              <a:t>Real-time preview system (Three.js integration)</a:t>
            </a:r>
          </a:p>
          <a:p>
            <a:r>
              <a:t>Shared Responsibilities</a:t>
            </a:r>
          </a:p>
          <a:p>
            <a:pPr lvl="1"/>
            <a:r>
              <a:t>All: Testing, documentation, 3D shader development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C864"/>
                </a:solidFill>
              </a:defRPr>
            </a:pPr>
            <a:r>
              <a:t>Skills &amp; Knowledge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Skills Development</a:t>
            </a:r>
          </a:p>
          <a:p>
            <a:pPr lvl="1">
              <a:defRPr sz="1400"/>
            </a:pPr>
            <a:r>
              <a:t>Advanced 3D Rendering: Blender Cycles X, PBR materials, ray tracing optimization</a:t>
            </a:r>
          </a:p>
          <a:p>
            <a:pPr lvl="1">
              <a:defRPr sz="1400"/>
            </a:pPr>
            <a:r>
              <a:t>Physics Simulation: Cloth dynamics, particle systems, zero-gravity simulation</a:t>
            </a:r>
          </a:p>
          <a:p>
            <a:pPr lvl="1">
              <a:defRPr sz="1400"/>
            </a:pPr>
            <a:r>
              <a:t>Shader Programming: GLSL/OSL for custom material effects</a:t>
            </a:r>
          </a:p>
          <a:p>
            <a:pPr lvl="1">
              <a:defRPr sz="1400"/>
            </a:pPr>
            <a:r>
              <a:t>Cloud Architecture: AWS/Azure deployment, auto-scaling, distributed computing</a:t>
            </a:r>
          </a:p>
          <a:p>
            <a:pPr lvl="1">
              <a:defRPr sz="1400"/>
            </a:pPr>
            <a:r>
              <a:t>Real-time Graphics: WebGL, Three.js, GPU optimization</a:t>
            </a:r>
          </a:p>
          <a:p>
            <a:pPr lvl="1">
              <a:defRPr sz="1400"/>
            </a:pPr>
            <a:r>
              <a:t>API Design: RESTful services, job queuing, microservices</a:t>
            </a:r>
          </a:p>
          <a:p>
            <a:pPr lvl="1">
              <a:defRPr sz="1400"/>
            </a:pPr>
            <a:r>
              <a:t>Fashion Industry Knowledge: Fabric properties, haute couture trends, digital fashion markets</a:t>
            </a:r>
          </a:p>
          <a:p>
            <a:pPr lvl="1">
              <a:defRPr sz="1400"/>
            </a:pPr>
            <a:r>
              <a:t>Performance Optimization: 8K rendering efficiency, GPU memory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C864"/>
                </a:solidFill>
              </a:defRPr>
            </a:pPr>
            <a:r>
              <a:t>Mentor &amp; Support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Mentor</a:t>
            </a:r>
          </a:p>
          <a:p>
            <a:pPr lvl="1"/>
            <a:r>
              <a:t>Name: Dr. [Mentor Name] / Industry Professional</a:t>
            </a:r>
          </a:p>
          <a:p>
            <a:pPr lvl="1"/>
            <a:r>
              <a:t>Expertise: Computer Graphics, 3D Rendering, Cloud Computing</a:t>
            </a:r>
          </a:p>
          <a:p>
            <a:pPr lvl="1"/>
            <a:r>
              <a:t>Role: Technical guidance, weekly progress reviews, industry connections</a:t>
            </a:r>
          </a:p>
          <a:p>
            <a:r>
              <a:t>Advisory Support</a:t>
            </a:r>
          </a:p>
          <a:p>
            <a:pPr lvl="1"/>
            <a:r>
              <a:t>Fashion industry consultant for design validation</a:t>
            </a:r>
          </a:p>
          <a:p>
            <a:pPr lvl="1"/>
            <a:r>
              <a:t>Cloud infrastructure specialist (AWS/Azure certified)</a:t>
            </a:r>
          </a:p>
          <a:p>
            <a:r>
              <a:t>Learning Resources</a:t>
            </a:r>
          </a:p>
          <a:p>
            <a:pPr lvl="1"/>
            <a:r>
              <a:t>Blender Studio, Substance Academy, AWS training programs</a:t>
            </a:r>
          </a:p>
          <a:p>
            <a:pPr lvl="1"/>
            <a:r>
              <a:t>Fashion-tech conferences and online communities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FF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Resources</a:t>
            </a:r>
          </a:p>
          <a:p>
            <a:pPr lvl="1">
              <a:defRPr sz="1400"/>
            </a:pPr>
            <a:r>
              <a:t>Blender Foundation. (2024). Cycles X Rendering Engine Documentation</a:t>
            </a:r>
          </a:p>
          <a:p>
            <a:pPr lvl="1">
              <a:defRPr sz="1400"/>
            </a:pPr>
            <a:r>
              <a:t>Substance by Adobe. (2024). Procedural Material Design Guide</a:t>
            </a:r>
          </a:p>
          <a:p>
            <a:pPr lvl="1">
              <a:defRPr sz="1400"/>
            </a:pPr>
            <a:r>
              <a:t>Pharr, M., et al. (2023). Physically Based Rendering: Theory to Implementation</a:t>
            </a:r>
          </a:p>
          <a:p>
            <a:pPr>
              <a:defRPr b="1"/>
            </a:pPr>
            <a:r>
              <a:t>Market Research</a:t>
            </a:r>
          </a:p>
          <a:p>
            <a:pPr lvl="1">
              <a:defRPr sz="1400"/>
            </a:pPr>
            <a:r>
              <a:t>McKinsey &amp; Company. (2023). State of Fashion Technology Report</a:t>
            </a:r>
          </a:p>
          <a:p>
            <a:pPr lvl="1">
              <a:defRPr sz="1400"/>
            </a:pPr>
            <a:r>
              <a:t>Morgan Stanley. (2024). Digital Fashion Market Analysis</a:t>
            </a:r>
          </a:p>
          <a:p>
            <a:pPr>
              <a:defRPr b="1"/>
            </a:pPr>
            <a:r>
              <a:t>Competitor Analysis</a:t>
            </a:r>
          </a:p>
          <a:p>
            <a:pPr lvl="1">
              <a:defRPr sz="1400"/>
            </a:pPr>
            <a:r>
              <a:t>CLO Virtual Fashion, The Fabricant, DressX, Browzwear (product reviews)</a:t>
            </a:r>
          </a:p>
          <a:p>
            <a:pPr>
              <a:defRPr b="1"/>
            </a:pPr>
            <a:r>
              <a:t>Industry Publications</a:t>
            </a:r>
          </a:p>
          <a:p>
            <a:pPr lvl="1">
              <a:defRPr sz="1400"/>
            </a:pPr>
            <a:r>
              <a:t>WWD, Vogue Business, Fashion Innovation Agency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